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HK Grotesk Semi-Bold" charset="1" panose="00000700000000000000"/>
      <p:regular r:id="rId27"/>
    </p:embeddedFont>
    <p:embeddedFont>
      <p:font typeface="HK Grotesk" charset="1" panose="00000500000000000000"/>
      <p:regular r:id="rId28"/>
    </p:embeddedFont>
    <p:embeddedFont>
      <p:font typeface="Noto Serif Display ExtraCondensed Light" charset="1" panose="02020406080505020204"/>
      <p:regular r:id="rId29"/>
    </p:embeddedFont>
    <p:embeddedFont>
      <p:font typeface="HK Grotesk Bold" charset="1" panose="0000080000000000000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10287000"/>
            <a:chOff x="0" y="0"/>
            <a:chExt cx="139303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303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393034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378" r="0" b="-37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1638300"/>
            <a:ext cx="6886575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</a:pPr>
            <a:r>
              <a:rPr lang="en-US" b="true" sz="3899" u="none">
                <a:solidFill>
                  <a:srgbClr val="9CA3AF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Innovate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66750" y="3492265"/>
            <a:ext cx="6886575" cy="6070835"/>
            <a:chOff x="0" y="0"/>
            <a:chExt cx="9182100" cy="8094447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7535647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Team Collaboration at Innovation Hackathon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38125"/>
              <a:ext cx="9182100" cy="6428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2359"/>
                </a:lnSpc>
              </a:pPr>
              <a:r>
                <a:rPr lang="en-US" sz="12359" spc="-247">
                  <a:solidFill>
                    <a:srgbClr val="D1D5D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Hackathon Project Presentation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619750"/>
            <a:ext cx="4010025" cy="3105150"/>
            <a:chOff x="0" y="0"/>
            <a:chExt cx="5346700" cy="4140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Member 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244600"/>
              <a:ext cx="5346700" cy="289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[Member 1] is an expert in [Role 1], bringing extensive experience in [specific area of expertise], making significant contributions to our project's vision and execution.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619750"/>
            <a:ext cx="4010025" cy="3133725"/>
            <a:chOff x="0" y="0"/>
            <a:chExt cx="5346700" cy="41783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Member 2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82700"/>
              <a:ext cx="5346700" cy="289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[Member 2], specializing in [Role 2], has a strong background in [specific area of expertise], enabling insights that enhance our strategic approach to the project.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619750"/>
            <a:ext cx="4010025" cy="3105150"/>
            <a:chOff x="0" y="0"/>
            <a:chExt cx="5346700" cy="41402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Member 3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244600"/>
              <a:ext cx="5346700" cy="289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[Member 3] takes on the role of [Role 3], leveraging skills in [specific area of expertise] to ensure the project meets its goals and delivers impactful results.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2563E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Team Introduction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Meet our talented project members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619750"/>
            <a:ext cx="4010025" cy="3467100"/>
            <a:chOff x="0" y="0"/>
            <a:chExt cx="5346700" cy="46228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Introduction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244600"/>
              <a:ext cx="5346700" cy="337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introduction sets the stage for the presentation by highlighting the project name, team members, and the overall goals for the hackathon initiative, creating an engaging start.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619750"/>
            <a:ext cx="4010025" cy="3133725"/>
            <a:chOff x="0" y="0"/>
            <a:chExt cx="5346700" cy="41783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Problem Statement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82700"/>
              <a:ext cx="5346700" cy="289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Identifying the core challenge we aim to address is crucial for understanding the context and relevance of our project within the scope of the hackathon's objectives.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619750"/>
            <a:ext cx="4010025" cy="3467100"/>
            <a:chOff x="0" y="0"/>
            <a:chExt cx="5346700" cy="46228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Data Requirements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244600"/>
              <a:ext cx="5346700" cy="3378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sz="2400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Highlighting the specific types of data essential for our solution ensures clarity on what is needed to achieve the desired outcomes and effectively tackle the identified problem.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2563E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Presentation Agenda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Overview of Key Sections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6886575" cy="3581400"/>
            <a:chOff x="0" y="0"/>
            <a:chExt cx="9182100" cy="4775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0975"/>
              <a:ext cx="9182100" cy="3395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1D5D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Problem Statement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21640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Defining the core challenge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296400" y="5676900"/>
            <a:ext cx="6886575" cy="2705100"/>
            <a:chOff x="0" y="0"/>
            <a:chExt cx="9182100" cy="36068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The Challenge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increasing volume of waste generated in urban areas has led to significant environmental degradation, straining waste management systems and affecting public health and community well-being across multiple dimensions.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619750"/>
            <a:ext cx="4010025" cy="3400425"/>
            <a:chOff x="0" y="0"/>
            <a:chExt cx="5346700" cy="45339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9CA3A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Relevance to Society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244600"/>
              <a:ext cx="5346700" cy="3289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sz="2370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This problem affects various sectors, influencing economic stability, community health, and environmental integrity, making it critical for societal well-being and future development.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619750"/>
            <a:ext cx="4010025" cy="3429000"/>
            <a:chOff x="0" y="0"/>
            <a:chExt cx="5346700" cy="45720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9CA3A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Stakeholder Impact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82700"/>
              <a:ext cx="5346700" cy="3289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sz="2370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stakeholders impacted include local communities, businesses, and governments; their involvement is vital for collaborative efforts in addressing the challenges posed by this issue effectively.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619750"/>
            <a:ext cx="4010025" cy="3400425"/>
            <a:chOff x="0" y="0"/>
            <a:chExt cx="5346700" cy="45339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9CA3A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Long-term Benefits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244600"/>
              <a:ext cx="5346700" cy="3289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44"/>
                </a:lnSpc>
                <a:spcBef>
                  <a:spcPct val="0"/>
                </a:spcBef>
              </a:pPr>
              <a:r>
                <a:rPr lang="en-US" sz="2370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Solving this problem has the potential to yield significant long-term benefits, including improved quality of life, enhanced sustainability, and increased resilience to future challenges faced by society.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2563E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Context and Importance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Understanding the significance of the issue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619750"/>
            <a:ext cx="4010025" cy="3181350"/>
            <a:chOff x="0" y="0"/>
            <a:chExt cx="5346700" cy="42418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5346700" cy="454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0"/>
                </a:lnSpc>
                <a:spcBef>
                  <a:spcPct val="0"/>
                </a:spcBef>
              </a:pPr>
              <a:r>
                <a:rPr lang="en-US" b="true" sz="2208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Design Limitations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20775"/>
              <a:ext cx="5346700" cy="312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0"/>
                </a:lnSpc>
                <a:spcBef>
                  <a:spcPct val="0"/>
                </a:spcBef>
              </a:pPr>
              <a:r>
                <a:rPr lang="en-US" sz="2208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solution design is limited by existing infrastructure, technological capabilities, and budget constraints, which can impact the feasibility and functionality of the proposed solution.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619750"/>
            <a:ext cx="4010025" cy="3209925"/>
            <a:chOff x="0" y="0"/>
            <a:chExt cx="5346700" cy="42799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5346700" cy="454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0"/>
                </a:lnSpc>
                <a:spcBef>
                  <a:spcPct val="0"/>
                </a:spcBef>
              </a:pPr>
              <a:r>
                <a:rPr lang="en-US" b="true" sz="2208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Contextual Conditions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58875"/>
              <a:ext cx="5346700" cy="312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0"/>
                </a:lnSpc>
                <a:spcBef>
                  <a:spcPct val="0"/>
                </a:spcBef>
              </a:pPr>
              <a:r>
                <a:rPr lang="en-US" sz="2208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External conditions such as regulatory requirements, market demands, and user expectations shape the project scope and should be considered throughout the development phase for effective execution.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619750"/>
            <a:ext cx="4010025" cy="3181350"/>
            <a:chOff x="0" y="0"/>
            <a:chExt cx="5346700" cy="42418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9525"/>
              <a:ext cx="5346700" cy="454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0"/>
                </a:lnSpc>
                <a:spcBef>
                  <a:spcPct val="0"/>
                </a:spcBef>
              </a:pPr>
              <a:r>
                <a:rPr lang="en-US" b="true" sz="2208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Problem-Solving Considerations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20775"/>
              <a:ext cx="5346700" cy="3121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0"/>
                </a:lnSpc>
                <a:spcBef>
                  <a:spcPct val="0"/>
                </a:spcBef>
              </a:pPr>
              <a:r>
                <a:rPr lang="en-US" sz="2208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Addressing the problem requires an understanding of stakeholder needs, potential risks, and resource availability, ensuring the solution is practical and can be implemented successfully within the set parameters.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2124075"/>
            <a:chOff x="0" y="0"/>
            <a:chExt cx="22606000" cy="28321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2563E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Constraints and Assumptions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378075"/>
              <a:ext cx="22606000" cy="454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50"/>
                </a:lnSpc>
              </a:pPr>
              <a:r>
                <a:rPr lang="en-US" b="true" sz="2208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Influencing factors for solution design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6886575" cy="3581400"/>
            <a:chOff x="0" y="0"/>
            <a:chExt cx="9182100" cy="4775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0975"/>
              <a:ext cx="9182100" cy="3395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1D5D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Data Requirements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21640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Understanding our project's data needs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296400" y="5676900"/>
            <a:ext cx="6886575" cy="2705100"/>
            <a:chOff x="0" y="0"/>
            <a:chExt cx="9182100" cy="36068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Essential Data Types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To effectively address the problem, we need diverse data types including structured datasets, unstructured information, and real-time data streams from trusted sources to ensure accuracy and reliability.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619750"/>
            <a:ext cx="4010025" cy="2876550"/>
            <a:chOff x="0" y="0"/>
            <a:chExt cx="5346700" cy="3835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Incomplete Data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244600"/>
              <a:ext cx="5346700" cy="2590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51"/>
                </a:lnSpc>
                <a:spcBef>
                  <a:spcPct val="0"/>
                </a:spcBef>
              </a:pPr>
              <a:r>
                <a:rPr lang="en-US" sz="2126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Incomplete data can significantly hinder the accuracy of our analysis, leading to unreliable insights and missed opportunities for effective decision-making in the project development process.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619750"/>
            <a:ext cx="4010025" cy="3228975"/>
            <a:chOff x="0" y="0"/>
            <a:chExt cx="5346700" cy="43053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Privacy Concerns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82700"/>
              <a:ext cx="5346700" cy="302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51"/>
                </a:lnSpc>
                <a:spcBef>
                  <a:spcPct val="0"/>
                </a:spcBef>
              </a:pPr>
              <a:r>
                <a:rPr lang="en-US" sz="2126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Privacy concerns are critical when handling sensitive information; ensuring compliance with regulations while maintaining data utility is a challenge that requires careful planning and management strategies.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619750"/>
            <a:ext cx="4010025" cy="3200400"/>
            <a:chOff x="0" y="0"/>
            <a:chExt cx="5346700" cy="42672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Real-Time Needs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244600"/>
              <a:ext cx="5346700" cy="302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51"/>
                </a:lnSpc>
                <a:spcBef>
                  <a:spcPct val="0"/>
                </a:spcBef>
              </a:pPr>
              <a:r>
                <a:rPr lang="en-US" sz="2126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Real-time needs necessitate robust data processing capabilities to ensure timely insights are generated, which can be challenging when dealing with large volumes and diverse types of incoming data.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2563E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Data Challenges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Addressing key data obstacles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6886575" cy="3581400"/>
            <a:chOff x="0" y="0"/>
            <a:chExt cx="9182100" cy="4775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0975"/>
              <a:ext cx="9182100" cy="3395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1D5D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Expected Output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21640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Deliverables and use cases explained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296400" y="5676900"/>
            <a:ext cx="6886575" cy="2705100"/>
            <a:chOff x="0" y="0"/>
            <a:chExt cx="9182100" cy="36068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Solution Results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solution will generate comprehensive reports, visual dashboards, and actionable insights, enabling stakeholders to make informed decisions based on real-time data and analytics for effective problem-solving.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6886575" cy="3581400"/>
            <a:chOff x="0" y="0"/>
            <a:chExt cx="9182100" cy="4775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0975"/>
              <a:ext cx="9182100" cy="3395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1D5D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Solution Architecture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21640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Understanding the overall system design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296400" y="5676900"/>
            <a:ext cx="6886575" cy="2705100"/>
            <a:chOff x="0" y="0"/>
            <a:chExt cx="9182100" cy="36068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Conceptual Overview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solution employs a modular architecture, integrating various components seamlessly to ensure efficient data processing and user interaction, facilitating a robust and scalable framework for implementation.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619750"/>
            <a:ext cx="4010025" cy="3448050"/>
            <a:chOff x="0" y="0"/>
            <a:chExt cx="5346700" cy="45974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Programming Languages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235075"/>
              <a:ext cx="5346700" cy="336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1"/>
                </a:lnSpc>
                <a:spcBef>
                  <a:spcPct val="0"/>
                </a:spcBef>
              </a:pPr>
              <a:r>
                <a:rPr lang="en-US" sz="2109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We utilized </a:t>
              </a:r>
              <a:r>
                <a:rPr lang="en-US" b="true" sz="2109" strike="noStrike" u="none">
                  <a:solidFill>
                    <a:srgbClr val="D1D5D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Python</a:t>
              </a:r>
              <a:r>
                <a:rPr lang="en-US" sz="2109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for backend development, leveraging its extensive libraries for data processing, which enhances performance and accelerates development cycles, ensuring a robust foundation for our solution.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619750"/>
            <a:ext cx="4010025" cy="3162300"/>
            <a:chOff x="0" y="0"/>
            <a:chExt cx="5346700" cy="42164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Frameworks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73175"/>
              <a:ext cx="5346700" cy="2943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1"/>
                </a:lnSpc>
                <a:spcBef>
                  <a:spcPct val="0"/>
                </a:spcBef>
              </a:pPr>
              <a:r>
                <a:rPr lang="en-US" sz="2109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project employs </a:t>
              </a:r>
              <a:r>
                <a:rPr lang="en-US" b="true" sz="2109" strike="noStrike" u="none">
                  <a:solidFill>
                    <a:srgbClr val="D1D5D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Flask</a:t>
              </a:r>
              <a:r>
                <a:rPr lang="en-US" sz="2109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as a micro-framework, allowing for quick deployment and flexibility in server-side logic, which is essential for handling varying user requests efficiently and effectively.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619750"/>
            <a:ext cx="4010025" cy="2819400"/>
            <a:chOff x="0" y="0"/>
            <a:chExt cx="5346700" cy="37592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Tools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235075"/>
              <a:ext cx="5346700" cy="2524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1"/>
                </a:lnSpc>
                <a:spcBef>
                  <a:spcPct val="0"/>
                </a:spcBef>
              </a:pPr>
              <a:r>
                <a:rPr lang="en-US" sz="2109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We integrated </a:t>
              </a:r>
              <a:r>
                <a:rPr lang="en-US" b="true" sz="2109" strike="noStrike" u="none">
                  <a:solidFill>
                    <a:srgbClr val="D1D5D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Git</a:t>
              </a:r>
              <a:r>
                <a:rPr lang="en-US" sz="2109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for version control, enabling collaborative development while maintaining code integrity, which is critical in a team setting to track changes and manage contributions effectively.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2563E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Technology Stack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Discussing tools and frameworks used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6886575" cy="3581400"/>
            <a:chOff x="0" y="0"/>
            <a:chExt cx="9182100" cy="4775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0975"/>
              <a:ext cx="9182100" cy="3395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1D5D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Integration and Deployment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21640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Connecting components for efficiency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296400" y="5676900"/>
            <a:ext cx="6886575" cy="2705100"/>
            <a:chOff x="0" y="0"/>
            <a:chExt cx="9182100" cy="36068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System Interactions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Our solution integrates various components seamlessly, ensuring smooth data flow and functionality across platforms. The deployment environment is optimized for scalability, supporting future growth and adaptability as needed.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6886575" cy="2362200"/>
            <a:chOff x="0" y="0"/>
            <a:chExt cx="9182100" cy="31496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0975"/>
              <a:ext cx="91821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1D5D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Key Features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59080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Overview of main solution benefits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296400" y="5676900"/>
            <a:ext cx="6886575" cy="2705100"/>
            <a:chOff x="0" y="0"/>
            <a:chExt cx="9182100" cy="36068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User-Friendly Interface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Our solution offers an </a:t>
              </a:r>
              <a:r>
                <a:rPr lang="en-US" b="true" sz="2400" strike="noStrike" u="none">
                  <a:solidFill>
                    <a:srgbClr val="D1D5D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intuitive design</a:t>
              </a:r>
              <a:r>
                <a:rPr lang="en-US" sz="2400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that simplifies navigation, ensuring users can efficiently access key functionalities, leading to improved engagement and increased productivity within their teams.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619750"/>
            <a:ext cx="4010025" cy="3200400"/>
            <a:chOff x="0" y="0"/>
            <a:chExt cx="5346700" cy="4267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Intuitive Navigation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244600"/>
              <a:ext cx="5346700" cy="302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51"/>
                </a:lnSpc>
                <a:spcBef>
                  <a:spcPct val="0"/>
                </a:spcBef>
              </a:pPr>
              <a:r>
                <a:rPr lang="en-US" sz="2126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user interface features </a:t>
              </a:r>
              <a:r>
                <a:rPr lang="en-US" b="true" sz="2126" strike="noStrike" u="none">
                  <a:solidFill>
                    <a:srgbClr val="D1D5D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intuitive navigation</a:t>
              </a:r>
              <a:r>
                <a:rPr lang="en-US" sz="2126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that allows users to easily find and access different functions within the application, enhancing overall usability and engagement throughout the experience.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619750"/>
            <a:ext cx="4010025" cy="3228975"/>
            <a:chOff x="0" y="0"/>
            <a:chExt cx="5346700" cy="43053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Engaging Visuals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82700"/>
              <a:ext cx="5346700" cy="302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51"/>
                </a:lnSpc>
                <a:spcBef>
                  <a:spcPct val="0"/>
                </a:spcBef>
              </a:pPr>
              <a:r>
                <a:rPr lang="en-US" sz="2126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design incorporates </a:t>
              </a:r>
              <a:r>
                <a:rPr lang="en-US" b="true" sz="2126" strike="noStrike" u="none">
                  <a:solidFill>
                    <a:srgbClr val="D1D5D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engaging visuals</a:t>
              </a:r>
              <a:r>
                <a:rPr lang="en-US" sz="2126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that guide users through various processes, making information more digestible while maintaining aesthetic appeal, ensuring a pleasant and efficient user journey.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619750"/>
            <a:ext cx="4010025" cy="3200400"/>
            <a:chOff x="0" y="0"/>
            <a:chExt cx="5346700" cy="42672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Streamlined Feedback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244600"/>
              <a:ext cx="5346700" cy="302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51"/>
                </a:lnSpc>
                <a:spcBef>
                  <a:spcPct val="0"/>
                </a:spcBef>
              </a:pPr>
              <a:r>
                <a:rPr lang="en-US" sz="2126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Users receive </a:t>
              </a:r>
              <a:r>
                <a:rPr lang="en-US" b="true" sz="2126" strike="noStrike" u="none">
                  <a:solidFill>
                    <a:srgbClr val="D1D5D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streamlined feedback</a:t>
              </a:r>
              <a:r>
                <a:rPr lang="en-US" sz="2126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during interactions, ensuring they understand system responses, which helps build trust and satisfaction, ultimately leading to a more positive overall experience with the solution.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2563E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User Experience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Discussing user interaction design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6886575" cy="2362200"/>
            <a:chOff x="0" y="0"/>
            <a:chExt cx="9182100" cy="31496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0975"/>
              <a:ext cx="91821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1D5D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Demo Plan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59080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Showcasing our solution effectively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296400" y="5676900"/>
            <a:ext cx="6886575" cy="2705100"/>
            <a:chOff x="0" y="0"/>
            <a:chExt cx="9182100" cy="36068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Live Demonstration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live demonstration will highlight the solution's key features in real-time, showcasing its functionality and user interaction, allowing stakeholders to visualize practical applications and benefits directly.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6886575" cy="3581400"/>
            <a:chOff x="0" y="0"/>
            <a:chExt cx="9182100" cy="4775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0975"/>
              <a:ext cx="9182100" cy="3395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1D5D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Future Enhancements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21640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Optimizing our solution for scalability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296400" y="5676900"/>
            <a:ext cx="6886575" cy="2705100"/>
            <a:chOff x="0" y="0"/>
            <a:chExt cx="9182100" cy="36068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Planned Improvements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Our team envisions </a:t>
              </a:r>
              <a:r>
                <a:rPr lang="en-US" b="true" sz="2400" strike="noStrike" u="none">
                  <a:solidFill>
                    <a:srgbClr val="D1D5D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integrating advanced analytics</a:t>
              </a:r>
              <a:r>
                <a:rPr lang="en-US" sz="2400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and personalized features post-hackathon, enhancing user engagement and satisfaction while also addressing emerging needs in our target audience.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5619750"/>
            <a:ext cx="4010025" cy="3200400"/>
            <a:chOff x="0" y="0"/>
            <a:chExt cx="5346700" cy="4267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Expanded User Base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244600"/>
              <a:ext cx="5346700" cy="302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51"/>
                </a:lnSpc>
                <a:spcBef>
                  <a:spcPct val="0"/>
                </a:spcBef>
              </a:pPr>
              <a:r>
                <a:rPr lang="en-US" sz="2126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solution can be tailored to serve a </a:t>
              </a:r>
              <a:r>
                <a:rPr lang="en-US" b="true" sz="2126" strike="noStrike" u="none">
                  <a:solidFill>
                    <a:srgbClr val="D1D5D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larger audience</a:t>
              </a:r>
              <a:r>
                <a:rPr lang="en-US" sz="2126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, enabling user growth through partnerships, marketing initiatives, and improved accessibility features to engage diverse demographics effectively.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419850" y="5619750"/>
            <a:ext cx="4010025" cy="3228975"/>
            <a:chOff x="0" y="0"/>
            <a:chExt cx="5346700" cy="43053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Diverse Applications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282700"/>
              <a:ext cx="5346700" cy="302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51"/>
                </a:lnSpc>
                <a:spcBef>
                  <a:spcPct val="0"/>
                </a:spcBef>
              </a:pPr>
              <a:r>
                <a:rPr lang="en-US" sz="2126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Our solution's framework allows for </a:t>
              </a:r>
              <a:r>
                <a:rPr lang="en-US" b="true" sz="2126" strike="noStrike" u="none">
                  <a:solidFill>
                    <a:srgbClr val="D1D5D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adaptation</a:t>
              </a:r>
              <a:r>
                <a:rPr lang="en-US" sz="2126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across various industries, facilitating its implementation in health, education, and finance sectors, showcasing its versatility and broad potential impact on society.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950" y="5619750"/>
            <a:ext cx="4010025" cy="3200400"/>
            <a:chOff x="0" y="0"/>
            <a:chExt cx="5346700" cy="42672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Enhanced Features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244600"/>
              <a:ext cx="5346700" cy="302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51"/>
                </a:lnSpc>
                <a:spcBef>
                  <a:spcPct val="0"/>
                </a:spcBef>
              </a:pPr>
              <a:r>
                <a:rPr lang="en-US" sz="2126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Ongoing development will focus on </a:t>
              </a:r>
              <a:r>
                <a:rPr lang="en-US" b="true" sz="2126" strike="noStrike" u="none">
                  <a:solidFill>
                    <a:srgbClr val="D1D5DB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adding features</a:t>
              </a:r>
              <a:r>
                <a:rPr lang="en-US" sz="2126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that cater to user feedback and emerging needs, ensuring the solution continually evolves to meet market demands and enhances user satisfaction.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2563E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Scalability Options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Opportunities for growth and adaptation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6886575" cy="3581400"/>
            <a:chOff x="0" y="0"/>
            <a:chExt cx="9182100" cy="4775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0975"/>
              <a:ext cx="9182100" cy="3395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1D5D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Project Roadmap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21640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Future Development Phases and Milestones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296400" y="5676900"/>
            <a:ext cx="6886575" cy="2705100"/>
            <a:chOff x="0" y="0"/>
            <a:chExt cx="9182100" cy="36068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Development Timeline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proposed project roadmap includes key milestones, phases for development, and assigned roles to ensure successful implementation and delivery within set timeframes and resource allocations.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6886575" cy="3581400"/>
            <a:chOff x="0" y="0"/>
            <a:chExt cx="9182100" cy="4775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0975"/>
              <a:ext cx="9182100" cy="3395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1D5D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Evaluation Criteria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21640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Metrics for Measuring Success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296400" y="5676900"/>
            <a:ext cx="6886575" cy="2705100"/>
            <a:chOff x="0" y="0"/>
            <a:chExt cx="9182100" cy="36068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Key Metrics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93800"/>
              <a:ext cx="9182100" cy="2413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To assess the solution's effectiveness, we will measure accuracy, performance, and user satisfaction. These metrics will provide insights into the solution's overall impact and usability in real-world scenarios.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6886575" cy="3581400"/>
            <a:chOff x="0" y="0"/>
            <a:chExt cx="9182100" cy="47752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0975"/>
              <a:ext cx="9182100" cy="3395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1D5D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Summary of Findings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21640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Recap of our project journey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9296400" y="6038850"/>
            <a:ext cx="6886575" cy="2343150"/>
            <a:chOff x="0" y="0"/>
            <a:chExt cx="9182100" cy="31242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1D5DB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Problem Overview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1193800"/>
              <a:ext cx="9182100" cy="19304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The project addressed critical challenges facing our target audience, providing a comprehensive solution that not only resolves immediate issues but also fosters long-term benefits and positive impact.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161586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5861" cy="1593725"/>
            </a:xfrm>
            <a:custGeom>
              <a:avLst/>
              <a:gdLst/>
              <a:ahLst/>
              <a:cxnLst/>
              <a:rect r="r" b="b" t="t" l="l"/>
              <a:pathLst>
                <a:path h="1593725" w="1615861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93" t="0" r="-19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945"/>
            <a:ext cx="5448300" cy="2513755"/>
            <a:chOff x="0" y="0"/>
            <a:chExt cx="7264400" cy="335167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80975"/>
              <a:ext cx="72644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2563EB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Contact Us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86474"/>
              <a:ext cx="72644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We welcome your feedback and look forward to connecting with you.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6750" y="7639050"/>
            <a:ext cx="5448300" cy="1085850"/>
            <a:chOff x="0" y="0"/>
            <a:chExt cx="7264400" cy="14478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72644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Phone: 123-456-7890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82600"/>
              <a:ext cx="72644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Email: hello@reallygreatsite.com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65200"/>
              <a:ext cx="72644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>
                  <a:solidFill>
                    <a:srgbClr val="D1D5DB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Website: www.reallygreatsite.com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0" y="676275"/>
            <a:ext cx="7858125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0" y="9629775"/>
            <a:ext cx="7858125" cy="0"/>
          </a:xfrm>
          <a:prstGeom prst="line">
            <a:avLst/>
          </a:prstGeom>
          <a:ln cap="flat" w="19050">
            <a:solidFill>
              <a:srgbClr val="9CA3A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Hackathon Project Presentation</dc:description>
  <dc:identifier>DAG55qkhmhE</dc:identifier>
  <dcterms:modified xsi:type="dcterms:W3CDTF">2011-08-01T06:04:30Z</dcterms:modified>
  <cp:revision>1</cp:revision>
  <dc:title>Presentation - Hackathon Project Presentation</dc:title>
</cp:coreProperties>
</file>